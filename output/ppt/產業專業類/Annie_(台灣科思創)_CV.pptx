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395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AEE59-142E-E19A-D723-2B896FAA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3961B2-55D2-E776-7CF0-2032F9EE1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469D7-9102-B860-C99A-C26C9FA8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0EDCF7-7F7C-F182-4A37-2ABEFA8A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251D50-28FF-1DEF-70EE-963EED44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15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0970B-78C5-4D07-EB2F-5A723B94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48D693-44FC-F091-29EB-FF6BA5B7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6FF759-676B-B31E-ADA3-95900764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9DFAF-EB25-D19B-1B6F-7594C578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AB4535-F4AE-491B-B01B-7F84BDB8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75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B6303-EC89-E201-1026-7EA66539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402B2F-3A6A-FD68-4D66-66327C78C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A5564B-75D2-583C-0079-253BCC2E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B40C9F-F331-6469-14D9-41A7327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FFD636-17AF-F40F-D808-B3069AC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25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107DC-62A1-DD2D-CDBC-82539B3A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2FE4D-276A-7F90-B6ED-03DBB57B4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4EDB5D-AE2F-4476-C0AE-D6DB3A4FA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CDF69A-3865-E034-BB0B-AB0A0243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683764-FF27-8CC2-692E-C0A7252A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FBB91B-B0DD-0131-1A20-98E97B50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96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3D0EA-E8F3-9D12-3E1E-C767DC01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F920D1-0C9D-C66F-FEB7-ACE184A0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2151AC-26BC-BC27-9B54-DD14CA459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5A53A1-B3A6-334C-D610-0B771B77B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AECDA6-FF09-0A9C-3E35-2DD6DD7BD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EA74C6-833E-A134-2059-4D13DFDF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0D1B9A-6F12-7720-3237-A8276AFF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5F9BB0E-407C-1250-6A22-BDD89F9F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40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61429-CFD8-DA21-A0B3-F06EDA77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CCCF0D-DE1B-D332-ED89-3EC10576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4FF7418-A410-C947-F057-A9B71050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33717E-E483-3E4B-AA9F-BDFE504D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30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B6D6E4-86B1-4803-A305-22947B1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E066E3-EA5F-8583-CFEF-DB95A2F7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D3957-0B87-9005-16E5-734114ED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56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4D430-18D0-6A0F-3DE7-16491E27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BEB11E-8589-6D73-5B2F-2C4EEF91C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0A317E-CAAE-722F-18C9-261B8DCB5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56D00E-CA54-AA50-3D7C-063C056C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EB450C-EEE3-D72D-3733-DFCA16AB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FFD26F-59BA-2100-B2C2-FF127EC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29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35A3E-C4CC-6377-C240-78880060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D5CE9E-9E74-0F5D-086C-349E5768B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DFD88A-3A39-4467-894F-E051C334B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F06F94-D839-776F-722B-7AABE131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6EDB7B-0F6A-E317-5C50-156EB704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EF85F-DCEA-BCBD-E56E-75EE5D1E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99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8D8B65-EC1C-A3CA-3AB1-9CE8EA65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F47183-3759-DC48-3F9F-35AB5C18E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F9BDDC-3C29-5389-6B63-34BFBA18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6DF46-9D31-D122-A798-F7CDEEA5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A147B3-52B9-6FB9-7A93-A2EC372F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04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A0BA3C-A3CC-3328-CA3B-E4ED18274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1C6BDB-1ED2-E584-19A6-077D35B0C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71F532-94F5-3DC2-2AA5-D88D7601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CCDD7-539F-DC4C-CD2B-304A372C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59246C-7E54-939B-5590-6202B9D2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558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70333" y="1255513"/>
            <a:ext cx="11221483" cy="4750036"/>
          </a:xfrm>
          <a:prstGeom prst="rect">
            <a:avLst/>
          </a:prstGeom>
        </p:spPr>
        <p:txBody>
          <a:bodyPr lIns="91424" tIns="45712" rIns="91424" bIns="45712"/>
          <a:lstStyle>
            <a:lvl1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  <a:lvl2pPr marL="742820" indent="-285700">
              <a:lnSpc>
                <a:spcPct val="12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2pPr>
            <a:lvl3pPr marL="1142799" indent="-228560">
              <a:lnSpc>
                <a:spcPct val="120000"/>
              </a:lnSpc>
              <a:buFont typeface="微軟正黑體" panose="020B0604030504040204" pitchFamily="34" charset="-120"/>
              <a:buChar char="╴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3pPr>
            <a:lvl4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4pPr>
            <a:lvl5pPr>
              <a:lnSpc>
                <a:spcPct val="120000"/>
              </a:lnSpc>
              <a:defRPr lang="zh-TW" altLang="en-US" sz="1800" b="0" kern="12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版面配置區 14"/>
          <p:cNvSpPr>
            <a:spLocks noGrp="1"/>
          </p:cNvSpPr>
          <p:nvPr>
            <p:ph type="body" sz="quarter" idx="11"/>
          </p:nvPr>
        </p:nvSpPr>
        <p:spPr>
          <a:xfrm>
            <a:off x="470332" y="266623"/>
            <a:ext cx="11026666" cy="683960"/>
          </a:xfrm>
          <a:prstGeom prst="rect">
            <a:avLst/>
          </a:prstGeom>
        </p:spPr>
        <p:txBody>
          <a:bodyPr lIns="91424" tIns="45712" rIns="91424" bIns="45712" anchor="ctr"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7770" y="6246446"/>
            <a:ext cx="3057769" cy="339725"/>
          </a:xfrm>
          <a:prstGeom prst="rect">
            <a:avLst/>
          </a:prstGeom>
        </p:spPr>
        <p:txBody>
          <a:bodyPr lIns="91424" tIns="45712" rIns="91424" bIns="45712" anchor="ctr"/>
          <a:lstStyle>
            <a:lvl1pPr algn="r" defTabSz="914239">
              <a:defRPr sz="9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7538D66-BAEE-4ADC-8AB1-FD7A1B4180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2" descr="C:\Users\user\Dropbox\3.BOD Academy董事學院\Events\董事學會年會\2022 董事學會年會\2022董事學會年會 台北場\3.相關單位\主辦單位\CDRC\CDRC_logo_made.png">
            <a:extLst>
              <a:ext uri="{FF2B5EF4-FFF2-40B4-BE49-F238E27FC236}">
                <a16:creationId xmlns:a16="http://schemas.microsoft.com/office/drawing/2014/main" id="{14716F21-4484-4C8C-BD76-E7DC9DBB93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32" y="6100735"/>
            <a:ext cx="1952828" cy="51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Causes Tides In The Ocean?">
            <a:extLst>
              <a:ext uri="{FF2B5EF4-FFF2-40B4-BE49-F238E27FC236}">
                <a16:creationId xmlns:a16="http://schemas.microsoft.com/office/drawing/2014/main" id="{305AB10A-98D4-29DD-9465-5138AAA6E89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3" b="82504"/>
          <a:stretch/>
        </p:blipFill>
        <p:spPr bwMode="auto">
          <a:xfrm>
            <a:off x="20" y="944115"/>
            <a:ext cx="12191980" cy="8488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Picture 2" descr="What Causes Tides In The Ocean?">
            <a:extLst>
              <a:ext uri="{FF2B5EF4-FFF2-40B4-BE49-F238E27FC236}">
                <a16:creationId xmlns:a16="http://schemas.microsoft.com/office/drawing/2014/main" id="{7E371637-9C8D-A21E-E688-6C7F0D5098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47" b="62622"/>
          <a:stretch/>
        </p:blipFill>
        <p:spPr bwMode="auto">
          <a:xfrm>
            <a:off x="-14916" y="6773115"/>
            <a:ext cx="12191980" cy="8488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39266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F2046F3-BEB6-5443-A5C1-6F2787FC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8808DC-1273-5CCC-641A-7D1F41735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1B9E4A-94C8-CF2C-1FAE-4C3B11344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5BEF17-BE01-471C-FF5C-50CE59BA0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769186-943E-7733-286C-D0FC58B9C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73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8524-4C31-B733-117B-65FCD132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6E9E08-4723-566F-2F4B-E191649EB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800" b="1">
                <a:latin typeface="微軟正黑體"/>
              </a:rPr>
              <a:t>Annie Chen</a:t>
            </a:r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FC89D-63AB-D05D-5360-92FF10BF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38D66-BAEE-4ADC-8AB1-FD7A1B4180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5A8448-AB52-D165-FE16-5630132BF2AC}"/>
              </a:ext>
            </a:extLst>
          </p:cNvPr>
          <p:cNvSpPr txBox="1"/>
          <p:nvPr/>
        </p:nvSpPr>
        <p:spPr>
          <a:xfrm>
            <a:off x="2504433" y="1276141"/>
            <a:ext cx="3951034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200">
                <a:latin typeface="微軟正黑體"/>
              </a:rPr>
              <a:t>專業背景：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b="0" sz="1100">
                <a:latin typeface="微軟正黑體"/>
              </a:rPr>
              <a:t>約 30 年在化工高分子材料產業經歷，專長於銷售、採購、客戶服務、物流與供應鏈管理，長期在跨國企業科思創及其前身公司擔任高階供應鏈領導職務。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學歷：</a:t>
            </a:r>
          </a:p>
          <a:p>
            <a:r>
              <a:rPr b="0" sz="1100">
                <a:latin typeface="微軟正黑體"/>
              </a:rPr>
              <a:t>專任教師-系所成員-系所簡介-國立高雄科技大學 國際企業系暨研究所 國立高雄科技大學國際企業系暨研究所-系所簡介</a:t>
            </a:r>
          </a:p>
          <a:p>
            <a:r>
              <a:rPr b="0" sz="1100">
                <a:latin typeface="微軟正黑體"/>
              </a:rPr>
              <a:t>UK 德國斯圖佳大學碩士 Diplom Ing</a:t>
            </a:r>
          </a:p>
          <a:p>
            <a:r>
              <a:rPr b="0" sz="1100">
                <a:latin typeface="微軟正黑體"/>
              </a:rPr>
              <a:t>WNS - Nanoelectrochemistry 學歷 (Education)： 英國羅芙堡大學博士 Ph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主要經歷：</a:t>
            </a:r>
          </a:p>
          <a:p>
            <a:r>
              <a:rPr b="0" sz="1100">
                <a:latin typeface="微軟正黑體"/>
              </a:rPr>
              <a:t>Bayer Taiwan (科思創前身): 銷售、採購、客戶服務、物流等職位 (1996年入職)</a:t>
            </a:r>
          </a:p>
          <a:p>
            <a:r>
              <a:rPr b="0" sz="1100">
                <a:latin typeface="微軟正黑體"/>
              </a:rPr>
              <a:t>Covestro Greater China: 供應鏈中心負責人</a:t>
            </a:r>
          </a:p>
          <a:p>
            <a:r>
              <a:rPr b="0" sz="1100">
                <a:latin typeface="微軟正黑體"/>
              </a:rPr>
              <a:t>Covestro: 台灣、韓國、紐西蘭、澳洲供應鏈與物流負責人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B6D06F-9302-8F16-9AC4-CD1DBF569D08}"/>
              </a:ext>
            </a:extLst>
          </p:cNvPr>
          <p:cNvSpPr txBox="1"/>
          <p:nvPr/>
        </p:nvSpPr>
        <p:spPr>
          <a:xfrm>
            <a:off x="6825253" y="1273599"/>
            <a:ext cx="452395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b="1" sz="1200">
                <a:latin typeface="微軟正黑體"/>
              </a:rPr>
              <a:t>現任：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b="0" sz="1100">
                <a:latin typeface="微軟正黑體"/>
              </a:rPr>
              <a:t>Covestro Taiwan (台灣科思創): 董事總經理 (2025年9月1日起)</a:t>
            </a:r>
          </a:p>
          <a:p>
            <a:r>
              <a:rPr b="0" sz="1100">
                <a:latin typeface="微軟正黑體"/>
              </a:rPr>
              <a:t>Covestro: 台灣、韓國、紐西蘭、澳洲供應鏈與物流負責人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個人特質：</a:t>
            </a:r>
          </a:p>
          <a:p>
            <a:r>
              <a:rPr b="0" sz="1100">
                <a:latin typeface="微軟正黑體"/>
              </a:rPr>
              <a:t>1.經驗豐富且備受尊重的領導者</a:t>
            </a:r>
          </a:p>
          <a:p>
            <a:r>
              <a:rPr b="0" sz="1100">
                <a:latin typeface="微軟正黑體"/>
              </a:rPr>
              <a:t>- 擁有近30年公司內部歷練，從銷售到供應鏈多領域深耕，被前任領導Dr. Carsten Wildebrand公開讚譽為「長期且高度受尊重的領導者」，具廣泛亞太地區專業知識。</a:t>
            </a:r>
          </a:p>
          <a:p>
            <a:r>
              <a:rPr b="0" sz="1100">
                <a:latin typeface="微軟正黑體"/>
              </a:rPr>
              <a:t>- 對於化工產業供應鏈轉型與區域管理需求的公司，能提供穩定可靠的領導連續性。</a:t>
            </a:r>
          </a:p>
          <a:p>
            <a:r>
              <a:rPr b="0" sz="1100">
                <a:latin typeface="微軟正黑體"/>
              </a:rPr>
              <a:t>2.承諾創新與永續發展</a:t>
            </a:r>
          </a:p>
          <a:p>
            <a:r>
              <a:rPr b="0" sz="1100">
                <a:latin typeface="微軟正黑體"/>
              </a:rPr>
              <a:t>- 在就職聲明中強調加速永續策略、提供創新解決方案，並將創新、永續發展與客戶需求置於核心，展現前瞻性思維。</a:t>
            </a:r>
          </a:p>
          <a:p>
            <a:r>
              <a:rPr b="0" sz="1100">
                <a:latin typeface="微軟正黑體"/>
              </a:rPr>
              <a:t>- 適合需要推動綠色轉型與客戶導向成長的董事會角色。</a:t>
            </a:r>
          </a:p>
          <a:p>
            <a:r>
              <a:rPr b="0" sz="1100">
                <a:latin typeface="微軟正黑體"/>
              </a:rPr>
              <a:t>3.跨區域執行力強</a:t>
            </a:r>
          </a:p>
          <a:p>
            <a:r>
              <a:rPr b="0" sz="1100">
                <a:latin typeface="微軟正黑體"/>
              </a:rPr>
              <a:t>- 同時領導台灣等多國供應鏈運作，並接任董事總經理，顯示高效的多任務管理能力與區域協調經驗。</a:t>
            </a:r>
          </a:p>
          <a:p>
            <a:r>
              <a:rPr b="0" sz="1100">
                <a:latin typeface="微軟正黑體"/>
              </a:rPr>
              <a:t>- 對跨國企業亞太業務整合與成長策略有高度價值。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現擔任獨董家數：</a:t>
            </a:r>
          </a:p>
          <a:p>
            <a:r>
              <a:rPr b="0" sz="1100">
                <a:latin typeface="微軟正黑體"/>
              </a:rPr>
              <a:t>0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擔任獨董年資：</a:t>
            </a:r>
          </a:p>
          <a:p>
            <a:r>
              <a:rPr b="0" sz="1100">
                <a:latin typeface="微軟正黑體"/>
              </a:rPr>
              <a:t>0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F938858-515D-EB0A-3C34-1DD0B18BFC0C}"/>
              </a:ext>
            </a:extLst>
          </p:cNvPr>
          <p:cNvGrpSpPr/>
          <p:nvPr/>
        </p:nvGrpSpPr>
        <p:grpSpPr>
          <a:xfrm>
            <a:off x="403107" y="3176554"/>
            <a:ext cx="1564712" cy="728534"/>
            <a:chOff x="447030" y="5253990"/>
            <a:chExt cx="2474950" cy="728534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4E6FC83-C7A9-6159-85EB-DBCBB5643D6F}"/>
                </a:ext>
              </a:extLst>
            </p:cNvPr>
            <p:cNvSpPr txBox="1"/>
            <p:nvPr/>
          </p:nvSpPr>
          <p:spPr>
            <a:xfrm>
              <a:off x="447030" y="5253990"/>
              <a:ext cx="226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38B26C8-FE5D-8C2E-0806-6758B0A88013}"/>
                </a:ext>
              </a:extLst>
            </p:cNvPr>
            <p:cNvSpPr txBox="1"/>
            <p:nvPr/>
          </p:nvSpPr>
          <p:spPr>
            <a:xfrm>
              <a:off x="1142494" y="5705525"/>
              <a:ext cx="17794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100" b="0">
                  <a:latin typeface="微軟正黑體"/>
                </a:rPr>
                <a:t>年齡：(待確認)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299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PresentationFormat>寬螢幕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intern</dc:creator>
  <cp:lastModifiedBy>Absu rd</cp:lastModifiedBy>
  <cp:revision>6</cp:revision>
  <dcterms:created xsi:type="dcterms:W3CDTF">2025-12-15T08:12:46Z</dcterms:created>
  <dcterms:modified xsi:type="dcterms:W3CDTF">2026-01-21T02:02:01Z</dcterms:modified>
</cp:coreProperties>
</file>